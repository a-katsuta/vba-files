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人気食品工場見学5選：企業戦略とブランド体験の最前線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人気食品工場見学5選：企業戦略とブランド体験の最前線</a:t>
            </a:r>
          </a:p>
          <a:p>
            <a:pPr lvl="0" indent="0" marL="0">
              <a:buNone/>
            </a:pPr>
            <a:r>
              <a:rPr/>
              <a:t>現代マーケティングの新たなフロンティア - 体験価値創造の比較分析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なぜ企業は「舞台裏」を見せるのか？</a:t>
            </a:r>
          </a:p>
          <a:p>
            <a:pPr lvl="0" indent="0" marL="0">
              <a:buNone/>
            </a:pPr>
            <a:r>
              <a:rPr/>
              <a:t>現代の食品工場見学は、単なる生産現場の視察から、ブランドの世界観を五感で体験させる「劇場型施設」へと進化している。この背景には、食の安全・安心への高まる要求と、モノ消費から「体験」を重視するコト消費へのシフトがある。企業は製造工程の透明性を示すことで消費者の信頼を勝ち取り、記憶に残る体験を提供することで強力なファンを育成する。</a:t>
            </a:r>
          </a:p>
          <a:p>
            <a:pPr lvl="0" indent="0" marL="0">
              <a:buNone/>
            </a:pPr>
            <a:r>
              <a:rPr/>
              <a:t>人気工場見学5施設 比較分析表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企業戦略としての工場見学：3つの価値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対消費者：ブランド価値の創造とファン化</a:t>
            </a:r>
          </a:p>
          <a:p>
            <a:pPr lvl="0" indent="0" marL="0">
              <a:buNone/>
            </a:pPr>
            <a:r>
              <a:rPr/>
              <a:t>製造工程の可視化で「信頼」を、体験価値の提供で「愛着」を醸成。ブランドストーリーを伝え、熱心なファンを育てる。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対社会：CSRと教育的役割の実践</a:t>
            </a:r>
          </a:p>
          <a:p>
            <a:pPr lvl="0" indent="0" marL="0">
              <a:buNone/>
            </a:pPr>
            <a:r>
              <a:rPr/>
              <a:t>食育やSDGs教育の場を提供し、企業の社会的責任を果たす。地域経済の活性化にも貢献。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対社内：インナーブランディングと組織活性化</a:t>
            </a:r>
          </a:p>
          <a:p>
            <a:pPr lvl="0" indent="0" marL="0">
              <a:buNone/>
            </a:pPr>
            <a:r>
              <a:rPr/>
              <a:t>来場者の喜びが従業員の誇りとなり、モチベーションを向上。「見られる意識」が品質管理レベルを底上げする。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考察と結論</a:t>
            </a:r>
          </a:p>
          <a:p>
            <a:pPr lvl="0" indent="0" marL="0">
              <a:buNone/>
            </a:pPr>
            <a:r>
              <a:rPr/>
              <a:t>5施設の比較から、各社が独自のブランドストーリーを巧みに演出していることがわかる。グリコは「共有価値」、中村屋は「信頼性」、ロッテは「教育的価値」、赤城乳業は「純粋なエンタメ価値」、キユーピーは「知的付加価値」をそれぞれ核に据え、来場者に強烈な体験を刻み込む。</a:t>
            </a:r>
          </a:p>
          <a:p>
            <a:pPr lvl="0" indent="0" marL="0">
              <a:buNone/>
            </a:pPr>
            <a:r>
              <a:rPr/>
              <a:t>工場見学は、もはや単なる「見せる」施設ではなく、企業の哲学や価値観を直接消費者に伝える最強のコミュニケーション装置となっている。デジタル時代だからこそ、「リアルな体験」の価値は高まり続けている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キーインサイト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戦略的投資としての位置づけ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消費者との信頼関係構築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体験型マーケティングの進化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人気食品工場見学5選：企業戦略とブランド体験の最前線</dc:title>
  <dc:creator/>
  <cp:keywords/>
  <dcterms:created xsi:type="dcterms:W3CDTF">2025-09-29T13:55:12Z</dcterms:created>
  <dcterms:modified xsi:type="dcterms:W3CDTF">2025-09-29T13:55:12Z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initial-scale=1.0</vt:lpwstr>
  </property>
</Properties>
</file>